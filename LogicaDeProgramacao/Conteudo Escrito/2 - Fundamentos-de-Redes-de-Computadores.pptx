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IBM Plex Sans Medium"/>
      <p:regular r:id="rId201316"/>
    </p:embeddedFont>
    <p:embeddedFont>
      <p:font typeface="Outfit"/>
      <p:regular r:id="rId201317"/>
    </p:embeddedFont>
    <p:embeddedFont>
      <p:font typeface="Outfit Medium"/>
      <p:regular r:id="rId201318"/>
    </p:embeddedFont>
    <p:embeddedFont>
      <p:font typeface="Outfit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Fundamentos de Redes de Computadores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Conceitos essenciais sobre definição, evolução, tipos, estrutura e modelos de comunicação em redes — base para entender a infraestrutura digital moderna.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7755"/>
            <a:ext cx="2119756" cy="287139"/>
          </a:xfrm>
          <a:prstGeom prst="roundRect">
            <a:avLst>
              <a:gd name="adj" fmla="val 47396"/>
            </a:avLst>
          </a:prstGeom>
          <a:solidFill>
            <a:srgbClr val="CFDBFC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34409"/>
            <a:ext cx="25025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REDES DE COMPUTADORES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75684" y="4577755"/>
            <a:ext cx="2142575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A2B9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89089" y="4634409"/>
            <a:ext cx="25253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TÉCNICO EM INFORMÁTICA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 que é uma Rede de Computadores?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3644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2484934"/>
            <a:ext cx="3588652" cy="1394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</a:t>
            </a:r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rede de computadores</a:t>
            </a:r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um conjunto de dispositivos interconectados que permite a </a:t>
            </a:r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comunicação e o compartilhamento de dados, recursos e serviços</a:t>
            </a:r>
            <a:pPr algn="l" indent="0" marL="0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entre si.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Dispositivos como computadores, servidores, smartphones, impressoras, roteadores e switches podem fazer parte de uma rede.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0909"/>
            <a:ext cx="3557796" cy="95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550" y="5525790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92550" y="5796657"/>
            <a:ext cx="317184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Computadores, roteadores, switches, celulares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900" y="5370909"/>
            <a:ext cx="3557796" cy="9540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47975" y="5525790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Meios de Transmissão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547975" y="5796657"/>
            <a:ext cx="317184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Cabos, fibra óptica, sinais de rádio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325" y="5370909"/>
            <a:ext cx="3557895" cy="9540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03399" y="5525790"/>
            <a:ext cx="317194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Protocolos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03399" y="5796657"/>
            <a:ext cx="317194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Regras que definem como os dispositivos se comunicam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6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Evolução das Redes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9132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5C1E2"/>
          </a:solidFill>
          <a:ln/>
        </p:spPr>
      </p:sp>
      <p:sp>
        <p:nvSpPr>
          <p:cNvPr id="4" name="Shape 2"/>
          <p:cNvSpPr/>
          <p:nvPr/>
        </p:nvSpPr>
        <p:spPr>
          <a:xfrm>
            <a:off x="2381488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5C1E2"/>
          </a:solidFill>
          <a:ln/>
        </p:spPr>
      </p:sp>
      <p:sp>
        <p:nvSpPr>
          <p:cNvPr id="5" name="Shape 3"/>
          <p:cNvSpPr/>
          <p:nvPr/>
        </p:nvSpPr>
        <p:spPr>
          <a:xfrm>
            <a:off x="2181567" y="370066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52457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1841302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Anos 1960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249984"/>
            <a:ext cx="30874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Primeiros projetos de comunicação entre computadores. Surgimento da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ARPANET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precursora da Internet.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32268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5C1E2"/>
          </a:solidFill>
          <a:ln/>
        </p:spPr>
      </p:sp>
      <p:sp>
        <p:nvSpPr>
          <p:cNvPr id="10" name="Shape 8"/>
          <p:cNvSpPr/>
          <p:nvPr/>
        </p:nvSpPr>
        <p:spPr>
          <a:xfrm>
            <a:off x="4032348" y="370066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03238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01262" y="4669334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Anos 1970–80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701262" y="5078016"/>
            <a:ext cx="30874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Desenvolvimento do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TCP/IP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popularização das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LANs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da tecnologia Ethernet.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3148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5C1E2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3227" y="370066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54117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2142" y="1841302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Anos 1990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552142" y="2249984"/>
            <a:ext cx="30874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Expansão da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Internet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da World Wide Web ao grande público.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33928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5C1E2"/>
          </a:solidFill>
          <a:ln/>
        </p:spPr>
      </p:sp>
      <p:sp>
        <p:nvSpPr>
          <p:cNvPr id="20" name="Shape 18"/>
          <p:cNvSpPr/>
          <p:nvPr/>
        </p:nvSpPr>
        <p:spPr>
          <a:xfrm>
            <a:off x="7734007" y="370066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04897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2922" y="4669334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Anos 2000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402922" y="5078016"/>
            <a:ext cx="30874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Banda larga, redes sem fio e dispositivos móveis ganham escala global.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784808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5C1E2"/>
          </a:solidFill>
          <a:ln/>
        </p:spPr>
      </p:sp>
      <p:sp>
        <p:nvSpPr>
          <p:cNvPr id="25" name="Shape 23"/>
          <p:cNvSpPr/>
          <p:nvPr/>
        </p:nvSpPr>
        <p:spPr>
          <a:xfrm>
            <a:off x="9584887" y="370066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5777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53801" y="1841302"/>
            <a:ext cx="30874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Atualidade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8253801" y="2249984"/>
            <a:ext cx="30874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Nuvem, IoT, 4G/5G, virtualização e redes definidas por software.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29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Classificação por Alcance Geográfico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58218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redes são classificadas principalmente pela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área geográfica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abrangem.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919684"/>
            <a:ext cx="5351329" cy="1667173"/>
          </a:xfrm>
          <a:prstGeom prst="roundRect">
            <a:avLst>
              <a:gd name="adj" fmla="val 956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2860" dir="270000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025" y="2103239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025" y="2479774"/>
            <a:ext cx="4984228" cy="92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Personal Area Network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Dispositivos próximos a uma pessoa. Ex.: smartwatch e fones Bluetooth.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8892" y="1919684"/>
            <a:ext cx="5351329" cy="1667173"/>
          </a:xfrm>
          <a:prstGeom prst="roundRect">
            <a:avLst>
              <a:gd name="adj" fmla="val 956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2860" dir="270000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62442" y="2103239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62442" y="2479774"/>
            <a:ext cx="4984228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Local Area Network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limitada: residência, escritório ou escola. Alta velocidade.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3752949"/>
            <a:ext cx="5351329" cy="1667173"/>
          </a:xfrm>
          <a:prstGeom prst="roundRect">
            <a:avLst>
              <a:gd name="adj" fmla="val 956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286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025" y="3936504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025" y="4313039"/>
            <a:ext cx="4984228" cy="92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Metropolitan Area Network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Cidade ou região metropolitana. Conecta unidades de uma mesma instituição.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8892" y="3752949"/>
            <a:ext cx="5351329" cy="1667173"/>
          </a:xfrm>
          <a:prstGeom prst="roundRect">
            <a:avLst>
              <a:gd name="adj" fmla="val 9566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2860" dir="2700000">
              <a:srgbClr val="b5c1e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2442" y="3936504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2442" y="4313039"/>
            <a:ext cx="4984228" cy="92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Wide Area Network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Grandes distâncias: cidades, países ou continentes. 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Internet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o maior exemplo.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1475" y="5606951"/>
            <a:ext cx="10868745" cy="678656"/>
          </a:xfrm>
          <a:prstGeom prst="roundRect">
            <a:avLst>
              <a:gd name="adj" fmla="val 23500"/>
            </a:avLst>
          </a:prstGeom>
          <a:solidFill>
            <a:srgbClr val="CFDB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5846366"/>
            <a:ext cx="221451" cy="17720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7326" y="5817295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Outras classificações: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WLAN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(LAN sem fio/Wi-Fi),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SAN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(armazenamento) 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VPN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(rede virtual protegida).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Topologias de Rede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topologia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define como os dispositivos são organizados e conectados fisicamente na rede.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787" y="3102570"/>
            <a:ext cx="2642725" cy="4534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37340" y="3115270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Barramento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337340" y="3310136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compartilham um único meio de transmissão.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3845" y="3102570"/>
            <a:ext cx="2642725" cy="4534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26398" y="3115270"/>
            <a:ext cx="251017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Estrela 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026398" y="3316486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Dispositivos conectados a um equipamento central (switch). Mais comum em redes Ethernet atuais.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4787" y="3625056"/>
            <a:ext cx="2642725" cy="447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37340" y="363775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Anel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337340" y="3832622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Dispositivos formam um circuito fechado.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3845" y="3625056"/>
            <a:ext cx="2642725" cy="4470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26398" y="363775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Malha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9026398" y="3832622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Múltiplas conexões entre dispositivos, aumentando redundância.</a:t>
            </a:r>
            <a:endParaRPr lang="en-US" sz="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04787" y="4141192"/>
            <a:ext cx="5331783" cy="33367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337340" y="4153892"/>
            <a:ext cx="519923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Árvore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6337340" y="4348758"/>
            <a:ext cx="51992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Estrutura hierárquica que combina características de outras topologias.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1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Elementos de uma Rede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5082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Host / Servidor / Cliente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Host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participa da comunicação.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Servidor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oferece serviços;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cliente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os utiliza.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5082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Switch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296822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Conecta dispositivos em uma LAN e encaminha quadros ao destino correto.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5082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Roteador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296822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Conecta redes diferentes e encaminha pacotes entre elas.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5350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9622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Access Point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37090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Fornece acesso à rede sem fio para dispositivos compatíveis.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25350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96222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37090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Controla e filtra fluxos de comunicação conforme regras de segurança.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Modelo OSI — 7 Camadas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97347"/>
            <a:ext cx="11478330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modelo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OSI (Open Systems Interconnection)</a:t>
            </a:r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divide a comunicação em sete camadas, cada uma com função específica.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52240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415157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492151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Física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1475" y="1710035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Transmissão de bits pelo meio físico.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1475" y="1971873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1475" y="2134791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211784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Enlace de Dados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1475" y="2429669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 entre dispositivos diretamente conectados.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1475" y="2691507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1475" y="2854424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931418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1475" y="3149302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Endereçamento lógico e roteamento de pacotes.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41114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1475" y="3574058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651052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Transporte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475" y="3868936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 fim a fim, controle de fluxo e confiabilidade.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1475" y="4130774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1475" y="4293691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370685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Sessão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1475" y="4588570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Gerenciamento de sessões de comunicação.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1475" y="4850408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1475" y="5013325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6" name="Text 24"/>
          <p:cNvSpPr/>
          <p:nvPr/>
        </p:nvSpPr>
        <p:spPr>
          <a:xfrm>
            <a:off x="661475" y="5090319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1475" y="5308203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Codificação, compressão e criptografia dos dados.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1475" y="557004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1475" y="5732959"/>
            <a:ext cx="3640046" cy="1270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809952"/>
            <a:ext cx="364004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1475" y="6027837"/>
            <a:ext cx="3640046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Serviços de rede usados diretamente pelas aplicações.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0079" y="1765995"/>
            <a:ext cx="6976392" cy="3953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Modelo TCP/IP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modelo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TCP/IP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a base da comunicação na Internet. Enquanto o OSI é referência teórica, o TCP/IP é usado na prática.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487" y="3242469"/>
            <a:ext cx="2635879" cy="5225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5439" y="3349625"/>
            <a:ext cx="237077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Acesso à Rede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375439" y="3544491"/>
            <a:ext cx="2370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 pela rede local e meio físico.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0592" y="3242469"/>
            <a:ext cx="2635978" cy="5225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58544" y="3349625"/>
            <a:ext cx="23708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Internet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058544" y="3544491"/>
            <a:ext cx="23708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Endereçamento e roteamento via IP.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7487" y="3812282"/>
            <a:ext cx="2635879" cy="5225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75439" y="3919438"/>
            <a:ext cx="237077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Transporte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375439" y="4114304"/>
            <a:ext cx="2370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Comunicação entre aplicações (TCP e UDP).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0592" y="3812282"/>
            <a:ext cx="2635978" cy="5225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58544" y="3919438"/>
            <a:ext cx="23708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Aplicação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9058544" y="4114304"/>
            <a:ext cx="23708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Protocolos como HTTP, DNS, SMTP e FTP.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Funções de uma Rede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3496877" cy="2160290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Comunicação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 de informações entre pessoas e dispositivos.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658541"/>
            <a:ext cx="3496877" cy="2160290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2716" y="1853902"/>
            <a:ext cx="567021" cy="56703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Compartilhamento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Impressoras, arquivos, sistemas e conexões de Internet.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658541"/>
            <a:ext cx="3496877" cy="2160290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8600" y="1853902"/>
            <a:ext cx="567021" cy="56703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200977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Acesso a Serviços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Sites, e-mail, streaming, nuvem e aplicações online.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Segurança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 de acesso e proteção contra acessos não autorizados.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007842"/>
            <a:ext cx="5339820" cy="2160290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Escalabilidade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Inclusão de novos usuários e dispositivos conforme a necessidade.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15157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redes de computadores são a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infraestrutura fundamental da comunicação moderna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Compreender seus fundamentos é essencial para avançar em áreas como Internet, nuvem, segurança da informação e IoT.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1417"/>
            <a:ext cx="5434373" cy="697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5699" y="2989064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Definição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35699" y="3357563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Dispositivos + meios + protocolos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131417"/>
            <a:ext cx="5434373" cy="697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0071" y="2989064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Classificação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270071" y="3357563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PAN, LAN, MAN, WAN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799582"/>
            <a:ext cx="5434373" cy="697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699" y="4657229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Estrutura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35699" y="5025727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Topologias e elementos de rede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799582"/>
            <a:ext cx="5434373" cy="697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0071" y="4657229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Modelos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270071" y="5025727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OSI e TCP/IP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648424"/>
            <a:ext cx="10868745" cy="660102"/>
          </a:xfrm>
          <a:prstGeom prst="roundRect">
            <a:avLst>
              <a:gd name="adj" fmla="val 23758"/>
            </a:avLst>
          </a:prstGeom>
          <a:solidFill>
            <a:srgbClr val="CFDBF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99" y="5884267"/>
            <a:ext cx="217780" cy="17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7702" y="5852616"/>
            <a:ext cx="1073787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passos: aprofunde-se em endereçamento IP, protocolos de transporte (TCP/UDP) e segurança de redes.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2026-08-31T11:31:06Z</dcterms:created>
  <dcterms:modified xsi:type="dcterms:W3CDTF">2026-08-31T11:31:06Z</dcterms:modified>
</cp:coreProperties>
</file>