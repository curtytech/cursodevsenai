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Mukta"/>
      <p:regular r:id="rId201314"/>
    </p:embeddedFont>
    <p:embeddedFont>
      <p:font typeface="Mukta Medium"/>
      <p:regular r:id="rId201315"/>
    </p:embeddedFont>
    <p:embeddedFont>
      <p:font typeface="Mukta Light"/>
      <p:regular r:id="rId201316"/>
    </p:embeddedFont>
    <p:embeddedFont>
      <p:font typeface="Mukta Bold"/>
      <p:regular r:id="rId201317"/>
    </p:embeddedFont>
    <p:embeddedFont>
      <p:font typeface="Prompt Bold"/>
      <p:regular r:id="rId201318"/>
    </p:embeddedFont>
    <p:embeddedFont>
      <p:font typeface="Prompt Light"/>
      <p:regular r:id="rId201319"/>
    </p:embeddedFont>
    <p:embeddedFont>
      <p:font typeface="Prompt"/>
      <p:regular r:id="rId201320"/>
    </p:embeddedFont>
    <p:embeddedFont>
      <p:font typeface="Prompt Medium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951236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Boas Práticas de Organização de Código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306086" y="3246537"/>
            <a:ext cx="6151409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Escrever código é uma arte que vai além de fazer o programa funcionar. Código bem organizado é mais fácil de entender, manter e evoluir. Nesta apresentação, vamos explorar três pilares fundamentais: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modularização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indentação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comentários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com exemplos práticos em JavaScript.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6086" y="4627761"/>
            <a:ext cx="910309" cy="279003"/>
          </a:xfrm>
          <a:prstGeom prst="roundRect">
            <a:avLst>
              <a:gd name="adj" fmla="val 22108"/>
            </a:avLst>
          </a:prstGeom>
          <a:solidFill>
            <a:srgbClr val="321A2C"/>
          </a:solidFill>
          <a:ln/>
        </p:spPr>
      </p:sp>
      <p:sp>
        <p:nvSpPr>
          <p:cNvPr id="6" name="Text 3"/>
          <p:cNvSpPr/>
          <p:nvPr/>
        </p:nvSpPr>
        <p:spPr>
          <a:xfrm>
            <a:off x="5416216" y="4682827"/>
            <a:ext cx="1299634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08170" y="4627761"/>
            <a:ext cx="1151702" cy="279003"/>
          </a:xfrm>
          <a:prstGeom prst="roundRect">
            <a:avLst>
              <a:gd name="adj" fmla="val 22108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8300" y="4682827"/>
            <a:ext cx="1541027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BOAS PRÁTICAS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51648" y="4627761"/>
            <a:ext cx="895724" cy="279003"/>
          </a:xfrm>
          <a:prstGeom prst="roundRect">
            <a:avLst>
              <a:gd name="adj" fmla="val 22108"/>
            </a:avLst>
          </a:prstGeom>
          <a:noFill/>
          <a:ln w="6350">
            <a:solidFill>
              <a:srgbClr val="A95B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1778" y="4682827"/>
            <a:ext cx="1285049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INICIANTES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12614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 que é Código-Fonte?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1697930"/>
            <a:ext cx="5960517" cy="4247356"/>
          </a:xfrm>
          <a:prstGeom prst="roundRect">
            <a:avLst>
              <a:gd name="adj" fmla="val 3112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1881485"/>
            <a:ext cx="55934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5594" y="2320032"/>
            <a:ext cx="5593416" cy="1927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código-fonte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é o conjunto de instruções escritas em uma linguagem de programação que orienta o computador na execução de tarefas específicas. É a base de qualquer software, aplicativo ou sistema digital.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Para que um código seja útil a longo prazo, ele precisa ser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fácil de compreender, manter e modificar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e isso depende diretamente de como ele é escrito e organizado.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84617" y="1881485"/>
            <a:ext cx="45791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Por que a organização importa?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473" y="2352129"/>
            <a:ext cx="275325" cy="275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81204" y="2342952"/>
            <a:ext cx="398254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Código desorganizado é difícil de manter e evoluir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473" y="3279130"/>
            <a:ext cx="275325" cy="2753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81204" y="3269952"/>
            <a:ext cx="398254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Equipes inteiras precisam entender o código de outros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3473" y="4233614"/>
            <a:ext cx="275325" cy="2753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81204" y="4224437"/>
            <a:ext cx="398254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Erros são mais difíceis de identificar sem padrões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3473" y="5160615"/>
            <a:ext cx="275325" cy="2753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81204" y="5151438"/>
            <a:ext cx="3982541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Projetos crescem e precisam de estrutura desde o início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564753"/>
            <a:ext cx="6151409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Modularização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306086" y="1333401"/>
            <a:ext cx="6151409" cy="114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modularização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consiste em dividir um programa em partes menores e independentes, chamadas de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módulos, funções ou procedimentos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Cada módulo deve ser responsável por uma tarefa específica, tornando o código mais organizado e reutilizável.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6086" y="2680395"/>
            <a:ext cx="2986807" cy="2129730"/>
          </a:xfrm>
          <a:prstGeom prst="roundRect">
            <a:avLst>
              <a:gd name="adj" fmla="val 356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3109" y="2867422"/>
            <a:ext cx="261276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Facilidade de Manutenção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93109" y="3476129"/>
            <a:ext cx="2612761" cy="114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Problemas são localizados e corrigidos com maior rapidez quando o código está dividido em partes menores.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70688" y="2680395"/>
            <a:ext cx="2986807" cy="2129730"/>
          </a:xfrm>
          <a:prstGeom prst="roundRect">
            <a:avLst>
              <a:gd name="adj" fmla="val 3564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7711" y="2867422"/>
            <a:ext cx="26127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♻️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Reutilização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57711" y="3225105"/>
            <a:ext cx="2612761" cy="1146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Módulos bem definidos podem ser reutilizados em diferentes partes do programa, reduzindo a repetição de código.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06086" y="4987925"/>
            <a:ext cx="6151409" cy="1305223"/>
          </a:xfrm>
          <a:prstGeom prst="roundRect">
            <a:avLst>
              <a:gd name="adj" fmla="val 581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93109" y="5174952"/>
            <a:ext cx="577736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Responsabilidade Única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93109" y="5532636"/>
            <a:ext cx="5777363" cy="573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Cada função faz uma coisa e faz bem. Isso simplifica o raciocínio e reduz erros durante o desenvolvimento.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65745"/>
            <a:ext cx="10723294" cy="35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Modularização em JavaScript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34200" y="1105694"/>
            <a:ext cx="11332879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Veja como um sistema de vendas pode ser dividido em funções independentes e reutilizáveis: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4200" y="1383605"/>
            <a:ext cx="10723294" cy="4387453"/>
          </a:xfrm>
          <a:prstGeom prst="roundRect">
            <a:avLst>
              <a:gd name="adj" fmla="val 1236"/>
            </a:avLst>
          </a:prstGeom>
          <a:solidFill>
            <a:srgbClr val="181930"/>
          </a:solidFill>
          <a:ln/>
        </p:spPr>
      </p:sp>
      <p:sp>
        <p:nvSpPr>
          <p:cNvPr id="5" name="Text 3"/>
          <p:cNvSpPr/>
          <p:nvPr/>
        </p:nvSpPr>
        <p:spPr>
          <a:xfrm>
            <a:off x="889077" y="1512590"/>
            <a:ext cx="10413541" cy="412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Módulo: cadastrar cliente
function cadastrarCliente(nome, email) {
    return { nome, email, id: Date.now() };
}
// Módulo: cadastrar produto
function cadastrarProduto(nome, preco) {
    return { nome, preco, id: Date.now() };
}
// Módulo: calcular total da venda
function calcularTotal(quantidade, preco) {
    return quantidade * preco;
}
// Módulo: gerar relatório
function gerarRelatorio(vendas) {
    vendas.forEach(v =&gt; console.log(v));
}
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4200" y="5873155"/>
            <a:ext cx="10723294" cy="419001"/>
          </a:xfrm>
          <a:prstGeom prst="roundRect">
            <a:avLst>
              <a:gd name="adj" fmla="val 12938"/>
            </a:avLst>
          </a:prstGeom>
          <a:solidFill>
            <a:srgbClr val="542C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82" y="6003826"/>
            <a:ext cx="161326" cy="128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3488" y="5996087"/>
            <a:ext cx="1078461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Cada função tem uma responsabilidade clara. Isso torna o código mais fácil de testar, depurar e reutilizar em outros projetos.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47254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Indentação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016125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 que é indentação?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4200" y="2454672"/>
            <a:ext cx="5137716" cy="1927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indentação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é a organização visual do código por meio de espaços ou tabulações, indicando 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hierarquia e a estrutura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das instruções. Ela facilita a leitura e permite identificar rapidamente blocos de código como condições, funções e loops.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Manter um padrão consistente em todo o projeto é essencial para a colaboração entre desenvolvedores.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00" y="4588470"/>
            <a:ext cx="5137716" cy="1015802"/>
          </a:xfrm>
          <a:prstGeom prst="roundRect">
            <a:avLst>
              <a:gd name="adj" fmla="val 7590"/>
            </a:avLst>
          </a:prstGeom>
          <a:solidFill>
            <a:srgbClr val="0223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4860429"/>
            <a:ext cx="229388" cy="1835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0689" y="4799509"/>
            <a:ext cx="4357678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📏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Recomenda-se usar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2 espaços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1 tabulação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por nível de indentação.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3972" y="1832570"/>
            <a:ext cx="5402028" cy="3978176"/>
          </a:xfrm>
          <a:prstGeom prst="roundRect">
            <a:avLst>
              <a:gd name="adj" fmla="val 3322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77522" y="2016125"/>
            <a:ext cx="503492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Exemplo em JavaScript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77522" y="2477591"/>
            <a:ext cx="5034928" cy="2129234"/>
          </a:xfrm>
          <a:prstGeom prst="roundRect">
            <a:avLst>
              <a:gd name="adj" fmla="val 3621"/>
            </a:avLst>
          </a:prstGeom>
          <a:solidFill>
            <a:srgbClr val="B668A2"/>
          </a:solidFill>
          <a:ln/>
        </p:spPr>
      </p:sp>
      <p:sp>
        <p:nvSpPr>
          <p:cNvPr id="11" name="Text 8"/>
          <p:cNvSpPr/>
          <p:nvPr/>
        </p:nvSpPr>
        <p:spPr>
          <a:xfrm>
            <a:off x="6597783" y="2661146"/>
            <a:ext cx="4594408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(idade &gt;= 18) {
  console.log("Maior de idade");
} else {
  console.log("Menor de idade");
}
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77522" y="4813300"/>
            <a:ext cx="5034928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Os comandos dentro de cada bloco estão recuados, deixando clara a relação entre as instruções.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51855"/>
            <a:ext cx="10723294" cy="406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Comentários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34200" y="1191220"/>
            <a:ext cx="10723294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Comentários são textos inseridos no código para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explicar seu funcionamento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ou fornecer informações úteis aos desenvolvedores. Eles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não são executados pelo programa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 servem como documentação interna do projeto.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1742579"/>
            <a:ext cx="5303407" cy="15664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5693" y="1907877"/>
            <a:ext cx="4896620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Quando usar comentários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75693" y="2180828"/>
            <a:ext cx="4896620" cy="962918"/>
          </a:xfrm>
          <a:prstGeom prst="rect">
            <a:avLst/>
          </a:prstGeom>
          <a:noFill/>
          <a:ln/>
        </p:spPr>
        <p:txBody>
          <a:bodyPr wrap="square" lIns="0" tIns="58514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Explicar regras de negócio complexas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Indicar a finalidade de uma função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Registrar decisões importantes de arquitetura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Marcar trechos que precisam de revisão (TODO)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4087" y="1742579"/>
            <a:ext cx="5303407" cy="15664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5580" y="1907877"/>
            <a:ext cx="4896620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O que evitar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395580" y="2180828"/>
            <a:ext cx="4896620" cy="962918"/>
          </a:xfrm>
          <a:prstGeom prst="rect">
            <a:avLst/>
          </a:prstGeom>
          <a:noFill/>
          <a:ln/>
        </p:spPr>
        <p:txBody>
          <a:bodyPr wrap="square" lIns="0" tIns="58514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Comentários que apenas repetem o código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Comentários desatualizados que confundem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Excesso de comentários em código simples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Comentários em idioma diferente do projeto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34200" y="3440112"/>
            <a:ext cx="10723294" cy="2866033"/>
          </a:xfrm>
          <a:prstGeom prst="roundRect">
            <a:avLst>
              <a:gd name="adj" fmla="val 2144"/>
            </a:avLst>
          </a:prstGeom>
          <a:solidFill>
            <a:srgbClr val="181930"/>
          </a:solidFill>
          <a:ln/>
        </p:spPr>
      </p:sp>
      <p:sp>
        <p:nvSpPr>
          <p:cNvPr id="11" name="Text 7"/>
          <p:cNvSpPr/>
          <p:nvPr/>
        </p:nvSpPr>
        <p:spPr>
          <a:xfrm>
            <a:off x="909714" y="3586361"/>
            <a:ext cx="10372267" cy="257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Calcula o valor total da compra
const total = quantidade * preco;
// TODO: adicionar desconto para clientes premium
function aplicarDesconto(valor, tipoCliente) {
 if (tipoCliente === "premium") {
 return valor * 0.9; // 10% de desconto
 }
 return valor;
}
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9305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Resumo: Os 3 Pilares do Código Limpo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1670149"/>
            <a:ext cx="1133287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Aplicar essas três práticas transforma seu código de algo funcional em algo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profissional, sustentável e colaborativo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2170311"/>
            <a:ext cx="3452032" cy="2653903"/>
          </a:xfrm>
          <a:prstGeom prst="roundRect">
            <a:avLst>
              <a:gd name="adj" fmla="val 290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100" y="2360216"/>
            <a:ext cx="550650" cy="550664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5504" y="2511623"/>
            <a:ext cx="247743" cy="247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4100" y="3094434"/>
            <a:ext cx="30722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Modularização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4100" y="3459559"/>
            <a:ext cx="307223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Divida o programa em funções pequenas com responsabilidade única. Reutilize módulos e facilite a manutenção.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9782" y="2170311"/>
            <a:ext cx="3452032" cy="2653903"/>
          </a:xfrm>
          <a:prstGeom prst="roundRect">
            <a:avLst>
              <a:gd name="adj" fmla="val 290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9682" y="2360216"/>
            <a:ext cx="550650" cy="550664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086" y="2511623"/>
            <a:ext cx="247743" cy="247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9682" y="3094434"/>
            <a:ext cx="30722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Indentação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9682" y="3459559"/>
            <a:ext cx="3072232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espaços consistentes para mostrar a hierarquia do código. Blocos bem indentados são mais fáceis de ler e depurar.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05364" y="2170311"/>
            <a:ext cx="3452032" cy="2653903"/>
          </a:xfrm>
          <a:prstGeom prst="roundRect">
            <a:avLst>
              <a:gd name="adj" fmla="val 290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95264" y="2360216"/>
            <a:ext cx="550650" cy="550664"/>
          </a:xfrm>
          <a:prstGeom prst="ellipse">
            <a:avLst/>
          </a:prstGeom>
          <a:solidFill>
            <a:srgbClr val="A95B9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6668" y="2511623"/>
            <a:ext cx="247743" cy="247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5264" y="3094434"/>
            <a:ext cx="30722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Comentários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95264" y="3459559"/>
            <a:ext cx="307223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Explique o "porquê" do código, não o "como". Comentários úteis documentam decisões e facilitam a colaboração.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4200" y="5030688"/>
            <a:ext cx="10723294" cy="1034157"/>
          </a:xfrm>
          <a:prstGeom prst="roundRect">
            <a:avLst>
              <a:gd name="adj" fmla="val 7455"/>
            </a:avLst>
          </a:prstGeom>
          <a:solidFill>
            <a:srgbClr val="183A1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750" y="5296297"/>
            <a:ext cx="229388" cy="1835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30689" y="5260082"/>
            <a:ext cx="994325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Próximo passo: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Revise um código seu e aplique essas três práticas. Pequenas melhorias diárias criam hábitos de desenvolvimento de alto nível.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2026-09-01T14:54:52Z</dcterms:created>
  <dcterms:modified xsi:type="dcterms:W3CDTF">2026-09-01T14:54:52Z</dcterms:modified>
</cp:coreProperties>
</file>