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3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8B312C-CFD5-A176-644D-09E8130C5F9C}" v="32" dt="2026-10-16T12:29:24.910"/>
    <p1510:client id="{9A2287F3-3D08-22DB-8EBA-D591A91C596D}" v="41" dt="2026-10-16T12:22:44.5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elipe Mariano Curty Soares" userId="S::pmsoares@firjan.com.br::84436087-c68d-4293-9026-3dbb91b6b9fe" providerId="AD" clId="Web-{418B312C-CFD5-A176-644D-09E8130C5F9C}"/>
    <pc:docChg chg="addSld delSld modSld">
      <pc:chgData name="Phelipe Mariano Curty Soares" userId="S::pmsoares@firjan.com.br::84436087-c68d-4293-9026-3dbb91b6b9fe" providerId="AD" clId="Web-{418B312C-CFD5-A176-644D-09E8130C5F9C}" dt="2026-10-16T12:29:24.910" v="31"/>
      <pc:docMkLst>
        <pc:docMk/>
      </pc:docMkLst>
      <pc:sldChg chg="modSp">
        <pc:chgData name="Phelipe Mariano Curty Soares" userId="S::pmsoares@firjan.com.br::84436087-c68d-4293-9026-3dbb91b6b9fe" providerId="AD" clId="Web-{418B312C-CFD5-A176-644D-09E8130C5F9C}" dt="2026-10-16T12:29:13.471" v="30" actId="20577"/>
        <pc:sldMkLst>
          <pc:docMk/>
          <pc:sldMk cId="0" sldId="263"/>
        </pc:sldMkLst>
        <pc:spChg chg="mod">
          <ac:chgData name="Phelipe Mariano Curty Soares" userId="S::pmsoares@firjan.com.br::84436087-c68d-4293-9026-3dbb91b6b9fe" providerId="AD" clId="Web-{418B312C-CFD5-A176-644D-09E8130C5F9C}" dt="2026-10-16T12:27:14.681" v="17" actId="20577"/>
          <ac:spMkLst>
            <pc:docMk/>
            <pc:sldMk cId="0" sldId="263"/>
            <ac:spMk id="3" creationId="{00000000-0000-0000-0000-000000000000}"/>
          </ac:spMkLst>
        </pc:spChg>
        <pc:spChg chg="mod">
          <ac:chgData name="Phelipe Mariano Curty Soares" userId="S::pmsoares@firjan.com.br::84436087-c68d-4293-9026-3dbb91b6b9fe" providerId="AD" clId="Web-{418B312C-CFD5-A176-644D-09E8130C5F9C}" dt="2026-10-16T12:29:13.471" v="30" actId="20577"/>
          <ac:spMkLst>
            <pc:docMk/>
            <pc:sldMk cId="0" sldId="263"/>
            <ac:spMk id="4" creationId="{00000000-0000-0000-0000-000000000000}"/>
          </ac:spMkLst>
        </pc:spChg>
      </pc:sldChg>
      <pc:sldChg chg="add del replId">
        <pc:chgData name="Phelipe Mariano Curty Soares" userId="S::pmsoares@firjan.com.br::84436087-c68d-4293-9026-3dbb91b6b9fe" providerId="AD" clId="Web-{418B312C-CFD5-A176-644D-09E8130C5F9C}" dt="2026-10-16T12:29:24.910" v="31"/>
        <pc:sldMkLst>
          <pc:docMk/>
          <pc:sldMk cId="1757038175" sldId="264"/>
        </pc:sldMkLst>
      </pc:sldChg>
    </pc:docChg>
  </pc:docChgLst>
  <pc:docChgLst>
    <pc:chgData name="Phelipe Mariano Curty Soares" userId="S::pmsoares@firjan.com.br::84436087-c68d-4293-9026-3dbb91b6b9fe" providerId="AD" clId="Web-{9A2287F3-3D08-22DB-8EBA-D591A91C596D}"/>
    <pc:docChg chg="delSld modSld">
      <pc:chgData name="Phelipe Mariano Curty Soares" userId="S::pmsoares@firjan.com.br::84436087-c68d-4293-9026-3dbb91b6b9fe" providerId="AD" clId="Web-{9A2287F3-3D08-22DB-8EBA-D591A91C596D}" dt="2026-10-16T12:22:44.583" v="39" actId="20577"/>
      <pc:docMkLst>
        <pc:docMk/>
      </pc:docMkLst>
      <pc:sldChg chg="modSp">
        <pc:chgData name="Phelipe Mariano Curty Soares" userId="S::pmsoares@firjan.com.br::84436087-c68d-4293-9026-3dbb91b6b9fe" providerId="AD" clId="Web-{9A2287F3-3D08-22DB-8EBA-D591A91C596D}" dt="2026-10-16T12:19:24.662" v="2" actId="20577"/>
        <pc:sldMkLst>
          <pc:docMk/>
          <pc:sldMk cId="0" sldId="258"/>
        </pc:sldMkLst>
        <pc:spChg chg="mod">
          <ac:chgData name="Phelipe Mariano Curty Soares" userId="S::pmsoares@firjan.com.br::84436087-c68d-4293-9026-3dbb91b6b9fe" providerId="AD" clId="Web-{9A2287F3-3D08-22DB-8EBA-D591A91C596D}" dt="2026-10-16T12:19:24.662" v="2" actId="20577"/>
          <ac:spMkLst>
            <pc:docMk/>
            <pc:sldMk cId="0" sldId="258"/>
            <ac:spMk id="4" creationId="{00000000-0000-0000-0000-000000000000}"/>
          </ac:spMkLst>
        </pc:spChg>
      </pc:sldChg>
      <pc:sldChg chg="modSp">
        <pc:chgData name="Phelipe Mariano Curty Soares" userId="S::pmsoares@firjan.com.br::84436087-c68d-4293-9026-3dbb91b6b9fe" providerId="AD" clId="Web-{9A2287F3-3D08-22DB-8EBA-D591A91C596D}" dt="2026-10-16T12:22:44.583" v="39" actId="20577"/>
        <pc:sldMkLst>
          <pc:docMk/>
          <pc:sldMk cId="0" sldId="260"/>
        </pc:sldMkLst>
        <pc:spChg chg="mod">
          <ac:chgData name="Phelipe Mariano Curty Soares" userId="S::pmsoares@firjan.com.br::84436087-c68d-4293-9026-3dbb91b6b9fe" providerId="AD" clId="Web-{9A2287F3-3D08-22DB-8EBA-D591A91C596D}" dt="2026-10-16T12:22:44.583" v="39" actId="20577"/>
          <ac:spMkLst>
            <pc:docMk/>
            <pc:sldMk cId="0" sldId="260"/>
            <ac:spMk id="3" creationId="{00000000-0000-0000-0000-000000000000}"/>
          </ac:spMkLst>
        </pc:spChg>
        <pc:spChg chg="mod">
          <ac:chgData name="Phelipe Mariano Curty Soares" userId="S::pmsoares@firjan.com.br::84436087-c68d-4293-9026-3dbb91b6b9fe" providerId="AD" clId="Web-{9A2287F3-3D08-22DB-8EBA-D591A91C596D}" dt="2026-10-16T12:22:30.473" v="34" actId="20577"/>
          <ac:spMkLst>
            <pc:docMk/>
            <pc:sldMk cId="0" sldId="260"/>
            <ac:spMk id="4" creationId="{00000000-0000-0000-0000-000000000000}"/>
          </ac:spMkLst>
        </pc:spChg>
      </pc:sldChg>
      <pc:sldChg chg="del">
        <pc:chgData name="Phelipe Mariano Curty Soares" userId="S::pmsoares@firjan.com.br::84436087-c68d-4293-9026-3dbb91b6b9fe" providerId="AD" clId="Web-{9A2287F3-3D08-22DB-8EBA-D591A91C596D}" dt="2026-10-16T12:22:34.536" v="35"/>
        <pc:sldMkLst>
          <pc:docMk/>
          <pc:sldMk cId="0" sldId="261"/>
        </pc:sldMkLst>
      </pc:sldChg>
      <pc:sldChg chg="modSp del">
        <pc:chgData name="Phelipe Mariano Curty Soares" userId="S::pmsoares@firjan.com.br::84436087-c68d-4293-9026-3dbb91b6b9fe" providerId="AD" clId="Web-{9A2287F3-3D08-22DB-8EBA-D591A91C596D}" dt="2026-10-16T12:22:36.801" v="36"/>
        <pc:sldMkLst>
          <pc:docMk/>
          <pc:sldMk cId="0" sldId="262"/>
        </pc:sldMkLst>
        <pc:spChg chg="mod">
          <ac:chgData name="Phelipe Mariano Curty Soares" userId="S::pmsoares@firjan.com.br::84436087-c68d-4293-9026-3dbb91b6b9fe" providerId="AD" clId="Web-{9A2287F3-3D08-22DB-8EBA-D591A91C596D}" dt="2026-10-16T12:22:24.333" v="32" actId="20577"/>
          <ac:spMkLst>
            <pc:docMk/>
            <pc:sldMk cId="0" sldId="262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7AD3CD-B5CA-4D16-BA8B-90341F740A66}" type="datetimeFigureOut">
              <a:t>21/10/2026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7AF175-4A70-4EF3-AFEE-832AD375F71D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5592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Mercado de Trabalho e Ideias Inovadoras para Desenvolvimento Web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BFF"/>
                </a:solidFill>
              </a:rPr>
              <a:t>Tendências, oportunidades e inovação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9601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• Crescimento contínuo da digitalização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• Alta demanda por desenvolvedores full stack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• IA transformando produtos e processos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875520" y="5303520"/>
            <a:ext cx="1463040" cy="914400"/>
          </a:xfrm>
          <a:prstGeom prst="round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D91"/>
                </a:solidFill>
              </a:rPr>
              <a:t>Panorama do Mercado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9601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</a:rPr>
              <a:t>• Empresas buscam profissionais com visão de negócio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</a:rPr>
              <a:t>• Trabalho remoto amplia oportunidades globais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</a:rPr>
              <a:t>• Soft skills são tão importantes quanto habilidades técnicas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</a:rPr>
              <a:t>• Segurança e experiência do usuário ganha destaque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875520" y="5303520"/>
            <a:ext cx="1463040" cy="914400"/>
          </a:xfrm>
          <a:prstGeom prst="round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D91"/>
                </a:solidFill>
              </a:rPr>
              <a:t>Tecnologias Mais Valorizadas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9601200" cy="3657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</a:rPr>
              <a:t>• React, Next.js e Vue</a:t>
            </a:r>
            <a:endParaRPr lang="en-US" sz="2000" dirty="0"/>
          </a:p>
          <a:p>
            <a:r>
              <a:rPr lang="en-US" sz="2000">
                <a:solidFill>
                  <a:srgbClr val="1A1A1A"/>
                </a:solidFill>
              </a:rPr>
              <a:t>• Node.js, PHP, .NET e Python</a:t>
            </a:r>
            <a:endParaRPr lang="en-US" sz="2000"/>
          </a:p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</a:rPr>
              <a:t>• Azure, AWS e Google Cloud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</a:rPr>
              <a:t>• Docker, Kubernetes e CI/CD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</a:rPr>
              <a:t>• IA </a:t>
            </a:r>
            <a:r>
              <a:rPr lang="en-US" sz="2000" dirty="0" err="1">
                <a:solidFill>
                  <a:srgbClr val="1A1A1A"/>
                </a:solidFill>
              </a:rPr>
              <a:t>Generativa</a:t>
            </a:r>
            <a:r>
              <a:rPr lang="en-US" sz="2000" dirty="0">
                <a:solidFill>
                  <a:srgbClr val="1A1A1A"/>
                </a:solidFill>
              </a:rPr>
              <a:t> e </a:t>
            </a:r>
            <a:r>
              <a:rPr lang="en-US" sz="2000" dirty="0" err="1">
                <a:solidFill>
                  <a:srgbClr val="1A1A1A"/>
                </a:solidFill>
              </a:rPr>
              <a:t>automação</a:t>
            </a:r>
            <a:endParaRPr lang="en-US" sz="2000" dirty="0" err="1"/>
          </a:p>
        </p:txBody>
      </p:sp>
      <p:sp>
        <p:nvSpPr>
          <p:cNvPr id="5" name="Shape 3"/>
          <p:cNvSpPr/>
          <p:nvPr/>
        </p:nvSpPr>
        <p:spPr>
          <a:xfrm>
            <a:off x="9875520" y="5303520"/>
            <a:ext cx="1463040" cy="914400"/>
          </a:xfrm>
          <a:prstGeom prst="round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D91"/>
                </a:solidFill>
              </a:rPr>
              <a:t>Competências do Futuro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9601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</a:rPr>
              <a:t>• Desenvolvimento com IA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</a:rPr>
              <a:t>• Arquiteturas escaláveis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</a:rPr>
              <a:t>• UX/UI e acessibilidade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</a:rPr>
              <a:t>• Análise de dados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</a:rPr>
              <a:t>• Comunicação e colaboração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875520" y="5303520"/>
            <a:ext cx="1463040" cy="914400"/>
          </a:xfrm>
          <a:prstGeom prst="round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051560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0B3D91"/>
                </a:solidFill>
              </a:rPr>
              <a:t>Ideias</a:t>
            </a:r>
            <a:r>
              <a:rPr lang="en-US" sz="2400" b="1" dirty="0">
                <a:solidFill>
                  <a:srgbClr val="0B3D91"/>
                </a:solidFill>
              </a:rPr>
              <a:t> </a:t>
            </a:r>
            <a:r>
              <a:rPr lang="en-US" sz="2400" b="1" dirty="0" err="1">
                <a:solidFill>
                  <a:srgbClr val="0B3D91"/>
                </a:solidFill>
              </a:rPr>
              <a:t>Inovadoras</a:t>
            </a:r>
            <a:endParaRPr lang="en-US" sz="2400" b="1" dirty="0" err="1">
              <a:solidFill>
                <a:srgbClr val="0B3D91"/>
              </a:solidFill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9601200" cy="1828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200" dirty="0" err="1">
                <a:solidFill>
                  <a:srgbClr val="1A1A1A"/>
                </a:solidFill>
              </a:rPr>
              <a:t>Plataformas</a:t>
            </a:r>
            <a:r>
              <a:rPr lang="en-US" sz="2200" dirty="0">
                <a:solidFill>
                  <a:srgbClr val="1A1A1A"/>
                </a:solidFill>
              </a:rPr>
              <a:t> </a:t>
            </a:r>
            <a:r>
              <a:rPr lang="en-US" sz="2200" dirty="0" err="1">
                <a:solidFill>
                  <a:srgbClr val="1A1A1A"/>
                </a:solidFill>
              </a:rPr>
              <a:t>inteligentes</a:t>
            </a:r>
            <a:r>
              <a:rPr lang="en-US" sz="2200" dirty="0">
                <a:solidFill>
                  <a:srgbClr val="1A1A1A"/>
                </a:solidFill>
              </a:rPr>
              <a:t> com </a:t>
            </a:r>
            <a:r>
              <a:rPr lang="en-US" sz="2200" dirty="0" err="1">
                <a:solidFill>
                  <a:srgbClr val="1A1A1A"/>
                </a:solidFill>
              </a:rPr>
              <a:t>personalização</a:t>
            </a:r>
            <a:r>
              <a:rPr lang="en-US" sz="2200" dirty="0">
                <a:solidFill>
                  <a:srgbClr val="1A1A1A"/>
                </a:solidFill>
              </a:rPr>
              <a:t> </a:t>
            </a:r>
            <a:r>
              <a:rPr lang="en-US" sz="2200" dirty="0" err="1">
                <a:solidFill>
                  <a:srgbClr val="1A1A1A"/>
                </a:solidFill>
              </a:rPr>
              <a:t>em</a:t>
            </a:r>
            <a:r>
              <a:rPr lang="en-US" sz="2200" dirty="0">
                <a:solidFill>
                  <a:srgbClr val="1A1A1A"/>
                </a:solidFill>
              </a:rPr>
              <a:t> tempo real e </a:t>
            </a:r>
            <a:r>
              <a:rPr lang="en-US" sz="2200" dirty="0" err="1">
                <a:solidFill>
                  <a:srgbClr val="1A1A1A"/>
                </a:solidFill>
              </a:rPr>
              <a:t>assistentes</a:t>
            </a:r>
            <a:r>
              <a:rPr lang="en-US" sz="2200" dirty="0">
                <a:solidFill>
                  <a:srgbClr val="1A1A1A"/>
                </a:solidFill>
              </a:rPr>
              <a:t> de IA.</a:t>
            </a:r>
            <a:br>
              <a:rPr lang="en-US" dirty="0"/>
            </a:br>
            <a:r>
              <a:rPr lang="en-US" sz="2200" dirty="0">
                <a:solidFill>
                  <a:srgbClr val="1A1A1A"/>
                </a:solidFill>
                <a:ea typeface="Calibri"/>
                <a:cs typeface="Calibri"/>
              </a:rPr>
              <a:t>Convites de </a:t>
            </a:r>
            <a:r>
              <a:rPr lang="en-US" sz="2200" dirty="0" err="1">
                <a:solidFill>
                  <a:srgbClr val="1A1A1A"/>
                </a:solidFill>
                <a:ea typeface="Calibri"/>
                <a:cs typeface="Calibri"/>
              </a:rPr>
              <a:t>Aniversário</a:t>
            </a:r>
            <a:r>
              <a:rPr lang="en-US" sz="2200" dirty="0">
                <a:solidFill>
                  <a:srgbClr val="1A1A1A"/>
                </a:solidFill>
                <a:ea typeface="Calibri"/>
                <a:cs typeface="Calibri"/>
              </a:rPr>
              <a:t> e Casamento.</a:t>
            </a:r>
            <a:endParaRPr lang="en-US" sz="2200" dirty="0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en-US" sz="2200" dirty="0">
                <a:solidFill>
                  <a:srgbClr val="1A1A1A"/>
                </a:solidFill>
                <a:ea typeface="Calibri"/>
                <a:cs typeface="Calibri"/>
              </a:rPr>
              <a:t>Sistemas simples para </a:t>
            </a:r>
            <a:r>
              <a:rPr lang="en-US" sz="2200" dirty="0" err="1">
                <a:solidFill>
                  <a:srgbClr val="1A1A1A"/>
                </a:solidFill>
                <a:ea typeface="Calibri"/>
                <a:cs typeface="Calibri"/>
              </a:rPr>
              <a:t>cadastros</a:t>
            </a:r>
            <a:r>
              <a:rPr lang="en-US" sz="2200" dirty="0">
                <a:solidFill>
                  <a:srgbClr val="1A1A1A"/>
                </a:solidFill>
                <a:ea typeface="Calibri"/>
                <a:cs typeface="Calibri"/>
              </a:rPr>
              <a:t> de </a:t>
            </a:r>
            <a:r>
              <a:rPr lang="en-US" sz="2200" dirty="0" err="1">
                <a:solidFill>
                  <a:srgbClr val="1A1A1A"/>
                </a:solidFill>
                <a:ea typeface="Calibri"/>
                <a:cs typeface="Calibri"/>
              </a:rPr>
              <a:t>produtos</a:t>
            </a:r>
            <a:r>
              <a:rPr lang="en-US" sz="2200" dirty="0">
                <a:solidFill>
                  <a:srgbClr val="1A1A1A"/>
                </a:solidFill>
                <a:ea typeface="Calibri"/>
                <a:cs typeface="Calibri"/>
              </a:rPr>
              <a:t>.</a:t>
            </a:r>
          </a:p>
          <a:p>
            <a:r>
              <a:rPr lang="en-US" sz="2200" dirty="0">
                <a:solidFill>
                  <a:srgbClr val="1A1A1A"/>
                </a:solidFill>
                <a:ea typeface="Calibri"/>
                <a:cs typeface="Calibri"/>
              </a:rPr>
              <a:t>Plataforma de </a:t>
            </a:r>
            <a:r>
              <a:rPr lang="en-US" sz="2200" dirty="0" err="1">
                <a:solidFill>
                  <a:srgbClr val="1A1A1A"/>
                </a:solidFill>
                <a:ea typeface="Calibri"/>
                <a:cs typeface="Calibri"/>
              </a:rPr>
              <a:t>Jogos</a:t>
            </a:r>
            <a:r>
              <a:rPr lang="en-US" sz="2200" dirty="0">
                <a:solidFill>
                  <a:srgbClr val="1A1A1A"/>
                </a:solidFill>
                <a:ea typeface="Calibri"/>
                <a:cs typeface="Calibri"/>
              </a:rPr>
              <a:t>.</a:t>
            </a:r>
          </a:p>
          <a:p>
            <a:r>
              <a:rPr lang="en-US" sz="2200" dirty="0" err="1">
                <a:solidFill>
                  <a:srgbClr val="1A1A1A"/>
                </a:solidFill>
                <a:ea typeface="Calibri"/>
                <a:cs typeface="Calibri"/>
              </a:rPr>
              <a:t>Experiências</a:t>
            </a:r>
            <a:r>
              <a:rPr lang="en-US" sz="2200" dirty="0">
                <a:solidFill>
                  <a:srgbClr val="1A1A1A"/>
                </a:solidFill>
                <a:ea typeface="Calibri"/>
                <a:cs typeface="Calibri"/>
              </a:rPr>
              <a:t> </a:t>
            </a:r>
            <a:r>
              <a:rPr lang="en-US" sz="2200" dirty="0" err="1">
                <a:solidFill>
                  <a:srgbClr val="1A1A1A"/>
                </a:solidFill>
                <a:ea typeface="Calibri"/>
                <a:cs typeface="Calibri"/>
              </a:rPr>
              <a:t>imersivas</a:t>
            </a:r>
            <a:r>
              <a:rPr lang="en-US" sz="2200" dirty="0">
                <a:solidFill>
                  <a:srgbClr val="1A1A1A"/>
                </a:solidFill>
                <a:ea typeface="Calibri"/>
                <a:cs typeface="Calibri"/>
              </a:rPr>
              <a:t> com </a:t>
            </a:r>
            <a:r>
              <a:rPr lang="en-US" sz="2200" dirty="0" err="1">
                <a:solidFill>
                  <a:srgbClr val="1A1A1A"/>
                </a:solidFill>
                <a:ea typeface="Calibri"/>
                <a:cs typeface="Calibri"/>
              </a:rPr>
              <a:t>WebXR</a:t>
            </a:r>
            <a:r>
              <a:rPr lang="en-US" sz="2200" dirty="0">
                <a:solidFill>
                  <a:srgbClr val="1A1A1A"/>
                </a:solidFill>
                <a:ea typeface="Calibri"/>
                <a:cs typeface="Calibri"/>
              </a:rPr>
              <a:t>, RA e ambientes 3D.</a:t>
            </a:r>
            <a:endParaRPr lang="en-US" sz="2200" dirty="0">
              <a:solidFill>
                <a:srgbClr val="000000"/>
              </a:solidFill>
              <a:ea typeface="Calibri"/>
              <a:cs typeface="Calibri"/>
            </a:endParaRPr>
          </a:p>
          <a:p>
            <a:endParaRPr lang="en-US" sz="2200" dirty="0">
              <a:solidFill>
                <a:srgbClr val="1A1A1A"/>
              </a:solidFill>
              <a:ea typeface="Calibri"/>
              <a:cs typeface="Calibri"/>
            </a:endParaRPr>
          </a:p>
          <a:p>
            <a:endParaRPr lang="en-US" sz="2200" dirty="0">
              <a:solidFill>
                <a:srgbClr val="1A1A1A"/>
              </a:solidFill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875520" y="5303520"/>
            <a:ext cx="1463040" cy="914400"/>
          </a:xfrm>
          <a:prstGeom prst="round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051560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400" b="1" dirty="0" err="1">
                <a:solidFill>
                  <a:srgbClr val="0B3D91"/>
                </a:solidFill>
              </a:rPr>
              <a:t>Trabalho</a:t>
            </a:r>
            <a:r>
              <a:rPr lang="en-US" sz="2400" b="1" dirty="0">
                <a:solidFill>
                  <a:srgbClr val="0B3D91"/>
                </a:solidFill>
              </a:rPr>
              <a:t> individual</a:t>
            </a:r>
            <a:endParaRPr lang="en-US" sz="2400" b="1" dirty="0">
              <a:solidFill>
                <a:srgbClr val="0B3D91"/>
              </a:solidFill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9601200" cy="3657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000" dirty="0">
                <a:solidFill>
                  <a:srgbClr val="1A1A1A"/>
                </a:solidFill>
              </a:rPr>
              <a:t>• </a:t>
            </a:r>
            <a:r>
              <a:rPr lang="en-US" sz="2000" dirty="0" err="1">
                <a:solidFill>
                  <a:srgbClr val="1A1A1A"/>
                </a:solidFill>
              </a:rPr>
              <a:t>Ideia</a:t>
            </a:r>
            <a:r>
              <a:rPr lang="en-US" sz="2000" dirty="0">
                <a:solidFill>
                  <a:srgbClr val="1A1A1A"/>
                </a:solidFill>
              </a:rPr>
              <a:t> de ferramenta individual</a:t>
            </a:r>
            <a:endParaRPr lang="en-US" sz="2000" dirty="0">
              <a:solidFill>
                <a:srgbClr val="000000"/>
              </a:solidFill>
            </a:endParaRPr>
          </a:p>
          <a:p>
            <a:r>
              <a:rPr lang="en-US" sz="2000" dirty="0">
                <a:solidFill>
                  <a:srgbClr val="1A1A1A"/>
                </a:solidFill>
              </a:rPr>
              <a:t>• </a:t>
            </a:r>
            <a:r>
              <a:rPr lang="en-US" sz="2000" dirty="0" err="1">
                <a:solidFill>
                  <a:srgbClr val="1A1A1A"/>
                </a:solidFill>
              </a:rPr>
              <a:t>Criar</a:t>
            </a:r>
            <a:r>
              <a:rPr lang="en-US" sz="2000" dirty="0">
                <a:solidFill>
                  <a:srgbClr val="1A1A1A"/>
                </a:solidFill>
              </a:rPr>
              <a:t> </a:t>
            </a:r>
            <a:r>
              <a:rPr lang="en-US" sz="2000" dirty="0" err="1">
                <a:solidFill>
                  <a:srgbClr val="1A1A1A"/>
                </a:solidFill>
              </a:rPr>
              <a:t>portfólio</a:t>
            </a:r>
            <a:r>
              <a:rPr lang="en-US" sz="2000" dirty="0">
                <a:solidFill>
                  <a:srgbClr val="1A1A1A"/>
                </a:solidFill>
              </a:rPr>
              <a:t> </a:t>
            </a:r>
            <a:r>
              <a:rPr lang="en-US" sz="2000" dirty="0" err="1">
                <a:solidFill>
                  <a:srgbClr val="1A1A1A"/>
                </a:solidFill>
              </a:rPr>
              <a:t>prático</a:t>
            </a:r>
            <a:endParaRPr lang="en-US" sz="200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</a:rPr>
              <a:t>• </a:t>
            </a:r>
            <a:r>
              <a:rPr lang="en-US" sz="2000" dirty="0" err="1">
                <a:solidFill>
                  <a:srgbClr val="1A1A1A"/>
                </a:solidFill>
              </a:rPr>
              <a:t>Aprendizado</a:t>
            </a:r>
            <a:r>
              <a:rPr lang="en-US" sz="2000" dirty="0">
                <a:solidFill>
                  <a:srgbClr val="1A1A1A"/>
                </a:solidFill>
              </a:rPr>
              <a:t> </a:t>
            </a:r>
            <a:r>
              <a:rPr lang="en-US" sz="2000" dirty="0" err="1">
                <a:solidFill>
                  <a:srgbClr val="1A1A1A"/>
                </a:solidFill>
              </a:rPr>
              <a:t>contínuo</a:t>
            </a:r>
            <a:endParaRPr lang="en-US" sz="2000" dirty="0" err="1"/>
          </a:p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</a:rPr>
              <a:t>• Gerar valor para o </a:t>
            </a:r>
            <a:r>
              <a:rPr lang="en-US" sz="2000" dirty="0" err="1">
                <a:solidFill>
                  <a:srgbClr val="1A1A1A"/>
                </a:solidFill>
              </a:rPr>
              <a:t>usuário</a:t>
            </a:r>
            <a:endParaRPr lang="en-US" sz="2000" dirty="0" err="1"/>
          </a:p>
        </p:txBody>
      </p:sp>
      <p:sp>
        <p:nvSpPr>
          <p:cNvPr id="5" name="Shape 3"/>
          <p:cNvSpPr/>
          <p:nvPr/>
        </p:nvSpPr>
        <p:spPr>
          <a:xfrm>
            <a:off x="9875520" y="5303520"/>
            <a:ext cx="1463040" cy="914400"/>
          </a:xfrm>
          <a:prstGeom prst="round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</Words>
  <Application>Microsoft Office PowerPoint</Application>
  <PresentationFormat>Widescreen</PresentationFormat>
  <Paragraphs>38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Phelipe Mariano Curty Soares</dc:creator>
  <cp:lastModifiedBy>Phelipe</cp:lastModifiedBy>
  <cp:revision>27</cp:revision>
  <dcterms:created xsi:type="dcterms:W3CDTF">2026-10-16T12:16:49Z</dcterms:created>
  <dcterms:modified xsi:type="dcterms:W3CDTF">2026-10-21T14:28:26Z</dcterms:modified>
</cp:coreProperties>
</file>