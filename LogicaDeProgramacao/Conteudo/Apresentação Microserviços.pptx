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8865dbb9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18865dbb9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18865dbb9c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18865dbb9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8865dbb9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18865dbb9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8865dbb9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18865dbb9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5fbc4aa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5fbc4aa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6988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/>
              <a:t>Apresentação  Conceitos de Microserviços</a:t>
            </a:r>
            <a:endParaRPr sz="3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idx="1" type="subTitle"/>
          </p:nvPr>
        </p:nvSpPr>
        <p:spPr>
          <a:xfrm>
            <a:off x="824000" y="1247125"/>
            <a:ext cx="4486200" cy="32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Microserviços</a:t>
            </a:r>
            <a:r>
              <a:rPr lang="pt-BR" sz="1800"/>
              <a:t>: Abordagem arquitetural para o desenvolvimento de software em que o sistema é composto por vários serviços pequenos, independentes e autônomos.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Cada serviço é projetado para realizar uma funcionalidade específica de forma isolada, comunicando-se com outros serviços por meio de APIs. </a:t>
            </a:r>
            <a:endParaRPr sz="1800"/>
          </a:p>
        </p:txBody>
      </p:sp>
      <p:pic>
        <p:nvPicPr>
          <p:cNvPr id="283" name="Google Shape;2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200" y="1527487"/>
            <a:ext cx="3272600" cy="208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/>
          <p:nvPr/>
        </p:nvSpPr>
        <p:spPr>
          <a:xfrm>
            <a:off x="6456700" y="1300800"/>
            <a:ext cx="878100" cy="354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Firjan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5378600" y="2962800"/>
            <a:ext cx="783900" cy="203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SENAI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747025" y="2962800"/>
            <a:ext cx="783900" cy="203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SESI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368700" y="3546750"/>
            <a:ext cx="1155600" cy="413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Trabalhe conosco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7887750" y="1709775"/>
            <a:ext cx="783900" cy="203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Emails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5194300" y="1745525"/>
            <a:ext cx="783900" cy="203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Agenda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idx="1" type="subTitle"/>
          </p:nvPr>
        </p:nvSpPr>
        <p:spPr>
          <a:xfrm>
            <a:off x="518700" y="718675"/>
            <a:ext cx="7551300" cy="32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1. Descentralização</a:t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Autonomia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Cada serviço é independente e pode ser desenvolvido, implantado e escalado separadamente.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Governança descentralizada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Equipes responsáveis por cada serviço têm liberdade para escolher tecnologias, frameworks e bancos de dados que melhor atendam suas necessidades.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2. Escalabilidade</a:t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Escala horizontal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Serviços podem ser escalados individualmente com base na demanda específica, otimizando custos e desempenho.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40"/>
              <a:buFont typeface="Arial"/>
              <a:buChar char="●"/>
            </a:pPr>
            <a:r>
              <a:rPr lang="pt-BR" sz="1340">
                <a:latin typeface="Arial"/>
                <a:ea typeface="Arial"/>
                <a:cs typeface="Arial"/>
                <a:sym typeface="Arial"/>
              </a:rPr>
              <a:t>Podemos contratar melhores planos de velocidade ou desempenho de acordo com o serviço 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específico.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7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idx="1" type="subTitle"/>
          </p:nvPr>
        </p:nvSpPr>
        <p:spPr>
          <a:xfrm>
            <a:off x="538050" y="342900"/>
            <a:ext cx="8067900" cy="32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3. Independência</a:t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Isolamento de falhas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Problemas em um serviço não afetam diretamente o funcionamento dos outros.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Ciclo de vida separado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Cada serviço pode ser atualizado ou substituído sem necessidade de interromper o sistema inteiro.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4. Comunicação</a:t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APIs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Os microserviços comunicam-se por meio de APIs (geralmente REST, gRPC ou mensagens).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Mensageria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Ferramentas como RabbitMQ ou Kafka são usadas para comunicação assíncrona entre serviços.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5. Desvantagens</a:t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●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Preço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Os microserviços exigem manutenção, banco de dados, domínios e servidores…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3263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40"/>
              <a:buFont typeface="Arial"/>
              <a:buChar char="●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Latência:</a:t>
            </a:r>
            <a:r>
              <a:rPr lang="pt-BR" sz="1300">
                <a:latin typeface="Arial"/>
                <a:ea typeface="Arial"/>
                <a:cs typeface="Arial"/>
                <a:sym typeface="Arial"/>
              </a:rPr>
              <a:t> A comunicação entre serviços pela rede é mais lenta do que chamadas internas em um monólito.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63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40"/>
              <a:buFont typeface="Arial"/>
              <a:buChar char="●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Falhas de Rede:</a:t>
            </a:r>
            <a:r>
              <a:rPr lang="pt-BR" sz="1300">
                <a:latin typeface="Arial"/>
                <a:ea typeface="Arial"/>
                <a:cs typeface="Arial"/>
                <a:sym typeface="Arial"/>
              </a:rPr>
              <a:t> A distribuição entre serviços aumenta a chance de falhas na comunicação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63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40"/>
              <a:buFont typeface="Arial"/>
              <a:buChar char="●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Arquitetura Complexa:</a:t>
            </a:r>
            <a:r>
              <a:rPr lang="pt-BR" sz="1300">
                <a:latin typeface="Arial"/>
                <a:ea typeface="Arial"/>
                <a:cs typeface="Arial"/>
                <a:sym typeface="Arial"/>
              </a:rPr>
              <a:t> Dividir um sistema em vários serviços torna a arquitetura mais difícil de projetar, entender e gerenciar.</a:t>
            </a:r>
            <a:endParaRPr sz="15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7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idx="1" type="subTitle"/>
          </p:nvPr>
        </p:nvSpPr>
        <p:spPr>
          <a:xfrm>
            <a:off x="401300" y="307675"/>
            <a:ext cx="3887400" cy="32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Diferença entre uma aplicação </a:t>
            </a:r>
            <a:r>
              <a:rPr b="1" lang="pt-BR" sz="1800"/>
              <a:t>monolítica</a:t>
            </a:r>
            <a:r>
              <a:rPr b="1" lang="pt-BR" sz="1800"/>
              <a:t> e um aplicação com </a:t>
            </a:r>
            <a:r>
              <a:rPr b="1" lang="pt-BR" sz="1800"/>
              <a:t>micro serviços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latin typeface="Arial"/>
                <a:ea typeface="Arial"/>
                <a:cs typeface="Arial"/>
                <a:sym typeface="Arial"/>
              </a:rPr>
              <a:t>Uma arquitetura monolítica, todas as funções e serviços de uma aplicação são acoplados e funcionam como uma única unidade.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17"/>
          <p:cNvPicPr preferRelativeResize="0"/>
          <p:nvPr/>
        </p:nvPicPr>
        <p:blipFill rotWithShape="1">
          <a:blip r:embed="rId3">
            <a:alphaModFix/>
          </a:blip>
          <a:srcRect b="0" l="40490" r="0" t="0"/>
          <a:stretch/>
        </p:blipFill>
        <p:spPr>
          <a:xfrm>
            <a:off x="5662525" y="2325125"/>
            <a:ext cx="2570227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7"/>
          <p:cNvPicPr preferRelativeResize="0"/>
          <p:nvPr/>
        </p:nvPicPr>
        <p:blipFill rotWithShape="1">
          <a:blip r:embed="rId3">
            <a:alphaModFix/>
          </a:blip>
          <a:srcRect b="0" l="0" r="64822" t="0"/>
          <a:stretch/>
        </p:blipFill>
        <p:spPr>
          <a:xfrm>
            <a:off x="1517000" y="2359837"/>
            <a:ext cx="1478301" cy="250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7"/>
          <p:cNvSpPr txBox="1"/>
          <p:nvPr/>
        </p:nvSpPr>
        <p:spPr>
          <a:xfrm>
            <a:off x="4734825" y="631925"/>
            <a:ext cx="4157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Nas arquiteturas de microsserviços, as aplicações são criadas de modo que cada função principal é executada de maneira independente. Assim, as equipes de desenvolvimento podem criar e atualizar novos componentes para atender às mudanças nas necessidades empresariais sem interromper a aplicação como um todo.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idx="1" type="subTitle"/>
          </p:nvPr>
        </p:nvSpPr>
        <p:spPr>
          <a:xfrm>
            <a:off x="542025" y="415425"/>
            <a:ext cx="7551300" cy="39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Resumo de o</a:t>
            </a:r>
            <a:r>
              <a:rPr b="1" lang="pt-BR" sz="1420">
                <a:latin typeface="Arial"/>
                <a:ea typeface="Arial"/>
                <a:cs typeface="Arial"/>
                <a:sym typeface="Arial"/>
              </a:rPr>
              <a:t>utros tipos de arquiteturas</a:t>
            </a:r>
            <a:endParaRPr b="1" sz="142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❖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Arquitetura Modular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É uma evolução do monolito, onde o sistema é dividido em módulos, mas ainda executado como uma única unidade.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31369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"/>
              <a:buFont typeface="Arial"/>
              <a:buChar char="➢"/>
            </a:pPr>
            <a:r>
              <a:rPr lang="pt-BR" sz="1000">
                <a:latin typeface="Arial"/>
                <a:ea typeface="Arial"/>
                <a:cs typeface="Arial"/>
                <a:sym typeface="Arial"/>
              </a:rPr>
              <a:t>Camadas como </a:t>
            </a:r>
            <a:r>
              <a:rPr b="1" lang="pt-BR" sz="1000"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pt-BR" sz="1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000">
                <a:latin typeface="Arial"/>
                <a:ea typeface="Arial"/>
                <a:cs typeface="Arial"/>
                <a:sym typeface="Arial"/>
              </a:rPr>
              <a:t>service</a:t>
            </a:r>
            <a:r>
              <a:rPr lang="pt-BR" sz="1000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000">
                <a:latin typeface="Arial"/>
                <a:ea typeface="Arial"/>
                <a:cs typeface="Arial"/>
                <a:sym typeface="Arial"/>
              </a:rPr>
              <a:t>repository</a:t>
            </a:r>
            <a:r>
              <a:rPr lang="pt-BR" sz="1000">
                <a:latin typeface="Arial"/>
                <a:ea typeface="Arial"/>
                <a:cs typeface="Arial"/>
                <a:sym typeface="Arial"/>
              </a:rPr>
              <a:t> no backend de um monolito.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❖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Arquitetura Event-Driven</a:t>
            </a:r>
            <a:r>
              <a:rPr lang="pt-BR" sz="1340">
                <a:latin typeface="Arial"/>
                <a:ea typeface="Arial"/>
                <a:cs typeface="Arial"/>
                <a:sym typeface="Arial"/>
              </a:rPr>
              <a:t>: Baseada em eventos, onde os serviços reagem às mudanças do estado de outros serviços.</a:t>
            </a:r>
            <a:endParaRPr sz="1340">
              <a:latin typeface="Arial"/>
              <a:ea typeface="Arial"/>
              <a:cs typeface="Arial"/>
              <a:sym typeface="Arial"/>
            </a:endParaRPr>
          </a:p>
          <a:p>
            <a:pPr indent="-29464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Arial"/>
              <a:buChar char="➢"/>
            </a:pPr>
            <a:r>
              <a:rPr lang="pt-BR" sz="1040">
                <a:latin typeface="Arial"/>
                <a:ea typeface="Arial"/>
                <a:cs typeface="Arial"/>
                <a:sym typeface="Arial"/>
              </a:rPr>
              <a:t>Ideal para sistemas que precisam de alta escalabilidade e reatividade.</a:t>
            </a:r>
            <a:endParaRPr sz="1040">
              <a:latin typeface="Arial"/>
              <a:ea typeface="Arial"/>
              <a:cs typeface="Arial"/>
              <a:sym typeface="Arial"/>
            </a:endParaRPr>
          </a:p>
          <a:p>
            <a:pPr indent="-29464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Arial"/>
              <a:buChar char="➢"/>
            </a:pPr>
            <a:r>
              <a:rPr lang="pt-BR" sz="1040">
                <a:latin typeface="Arial"/>
                <a:ea typeface="Arial"/>
                <a:cs typeface="Arial"/>
                <a:sym typeface="Arial"/>
              </a:rPr>
              <a:t>Kafka, RabbitMQ, AWS SNS/SQS.</a:t>
            </a:r>
            <a:endParaRPr sz="1040">
              <a:latin typeface="Arial"/>
              <a:ea typeface="Arial"/>
              <a:cs typeface="Arial"/>
              <a:sym typeface="Arial"/>
            </a:endParaRPr>
          </a:p>
          <a:p>
            <a:pPr indent="-29464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Arial"/>
              <a:buChar char="➢"/>
            </a:pPr>
            <a:r>
              <a:rPr lang="pt-BR" sz="1040">
                <a:latin typeface="Arial"/>
                <a:ea typeface="Arial"/>
                <a:cs typeface="Arial"/>
                <a:sym typeface="Arial"/>
              </a:rPr>
              <a:t>Ideal para Lives, Streaming, transações financeiras</a:t>
            </a:r>
            <a:endParaRPr sz="1040"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❖"/>
            </a:pPr>
            <a:r>
              <a:rPr b="1" lang="pt-BR" sz="1340">
                <a:latin typeface="Arial"/>
                <a:ea typeface="Arial"/>
                <a:cs typeface="Arial"/>
                <a:sym typeface="Arial"/>
              </a:rPr>
              <a:t>Arquitetura de Microsserviços Baseada em Domínio (DDD - Domain-Driven Design)</a:t>
            </a:r>
            <a:endParaRPr b="1" sz="1340">
              <a:latin typeface="Arial"/>
              <a:ea typeface="Arial"/>
              <a:cs typeface="Arial"/>
              <a:sym typeface="Arial"/>
            </a:endParaRPr>
          </a:p>
          <a:p>
            <a:pPr indent="-31369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Arial"/>
              <a:buChar char="➢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Uma variação dos microserviços com foco em modelar a aplicação em torno dos </a:t>
            </a: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domínios do negócio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❖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Arquitetura Peer-to-Peer (P2P):</a:t>
            </a:r>
            <a:r>
              <a:rPr lang="pt-BR" sz="1300">
                <a:latin typeface="Arial"/>
                <a:ea typeface="Arial"/>
                <a:cs typeface="Arial"/>
                <a:sym typeface="Arial"/>
              </a:rPr>
              <a:t> Cada nó é cliente e servidor ao mesmo tempo. Muito usada em aplicações descentralizadas.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➢"/>
            </a:pPr>
            <a:r>
              <a:rPr lang="pt-BR" sz="1000">
                <a:latin typeface="Arial"/>
                <a:ea typeface="Arial"/>
                <a:cs typeface="Arial"/>
                <a:sym typeface="Arial"/>
              </a:rPr>
              <a:t>Redes blockchain, torrent.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